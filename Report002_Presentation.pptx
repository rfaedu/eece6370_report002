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FCBAD0D-4C5E-4823-904F-DBB3ECE87C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3F7777-C4BD-4AB1-A5C7-293A8420A7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A48FB86-E2F2-4C86-9285-DB0A631A7B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8B9348B-2CD1-4A1D-BC7A-E674E5A457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AFE4CE0-7435-4807-AED6-EFE7D4C922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A331FEC8-1758-43A2-A99E-F44533CD3B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4ED390D-3BA3-4250-88E1-EB216856E1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8E9CB682-A3F6-4D60-8D50-73670CFBD1C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1093AD4-4AEC-42AF-9934-BE70D38D18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D475CBD-CD0C-47CB-A5F1-50C3618F0A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A33390E4-E5A9-4A4E-B82F-ED4F322CF4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7F18995-340A-4CCC-8CA0-36B1A258B1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5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499D634-7B46-401D-BB57-4CDAC060FE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77BC29-E2C2-4A77-AB1F-CAB8C3713B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3607B53-E015-4A10-A011-4DA320B871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C539F28-6BE6-40D8-A25F-AAA0DFFC0A9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7F81F8-72E9-4F5C-A6BC-DF330FCADF6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687ECD-CA92-4521-8048-C035942179F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9948A5-CE2F-4C6E-BE46-B3F6D45255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80AFAFC-3328-47C8-B2F2-5C2F8281606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722492-8CF1-45A5-8701-ED2150EDAF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84ABD8F-D822-4D7E-9274-3D9A1A25EE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1"/>
                </a:solidFill>
                <a:latin typeface="Calibri"/>
                <a:ea typeface="Noto Sans CJK SC"/>
              </a:rPr>
              <a:t>Grid Flexibility Optimization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56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Nuclear Plants and Data Centers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EECE 6370 – Report02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Roberto Avila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Nuclear power plants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Modern Grid Flexibility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Centers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Nuclear-data center interaction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Center Study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Grid flexibility Optimization model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Nuclear Power Plants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Baseload generation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Limited ramping capability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Typical output: 70–80 GW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Modern Grid Flexibility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Daily demand swing ~91,123 MWh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Need for dynamic balancing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Increasing variable loads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 Centers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Growing AI-driven demand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Large flexible load potential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Nuclear + Data Centers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Nuclear = stable but inflexible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centers = highly variable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Mismatch challenges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Flexibility Strategies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96156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Load shifting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Virtual energy storage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Thermal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UPS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Generators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Delay-tolerant workloads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From: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“</a:t>
            </a: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Data Centres as a Source of Flexibility for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0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i="1" lang="en-US" sz="2800" spc="-1" strike="noStrike">
                <a:solidFill>
                  <a:schemeClr val="dk1"/>
                </a:solidFill>
                <a:latin typeface="Calibri"/>
              </a:rPr>
              <a:t>Power Systems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”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Optimization Model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800240" cy="297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Flexible load band ±α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Ramp constraints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Energy neutrality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Objective: balance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0" y="1187640"/>
            <a:ext cx="9143640" cy="444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Results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0" y="1143000"/>
            <a:ext cx="6171480" cy="251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RMSE: None = 7194.1 MWh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Greedy = 6455.8 MWh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Model Predictive control (MPC) = 5713.5 MWh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centers reduce mismatch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0" y="3657600"/>
            <a:ext cx="6577560" cy="319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456840" y="1725480"/>
            <a:ext cx="8228520" cy="427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Data centers as flexible grid assets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Nuclear as stable baseload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Flexibility improves grid stability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Code &amp; Data on Github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tretch/>
        </p:blipFill>
        <p:spPr>
          <a:xfrm>
            <a:off x="2309040" y="1600200"/>
            <a:ext cx="4524840" cy="452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Azazel</cp:lastModifiedBy>
  <dcterms:modified xsi:type="dcterms:W3CDTF">2025-11-17T12:49:06Z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