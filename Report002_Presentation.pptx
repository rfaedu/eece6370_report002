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52618F-8330-4FFE-B05D-7DEA8FBD2D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57C4D2-D8AC-440B-AA74-CEA3C355F9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6F303C-5098-4CDD-A8EF-8289804E5C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275EF6-E75A-469D-84CA-55225B11AA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2A0A31-CD04-4B98-9776-FC77897C82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388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BD4B2E0-B9FB-450D-BA32-52DF8373E4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B72C001-5327-404D-94B0-59FA76B4A7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FBC521B-0056-4E92-A5F1-B4742E7D8A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6B9FD13-1122-4286-913A-98F418C54B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7ADF618-E9D1-4079-83CF-62454FA2B6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90398BE-B98D-4CDD-89CB-87CBB8369E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94A8BAC-7421-4558-8FA1-BD9329D8F03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9ACE49F-0B15-4364-A598-2DEA235082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6B31DA-77D6-47C5-9615-92A4F9DDA8C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27E3ABA-CDBA-4A3A-B84A-37E3DA4396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157A5DB-4B0A-4DF5-B1D9-6D8757033B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46621B7-153E-4E37-85EB-E44BEF81B4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112DFB-04D0-464C-B6E5-8EDF5687F7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CDFAF76-A570-43E4-8A23-79298AF03F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D83F515-48E6-481A-9833-5F4BB25B28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29A542B-5738-4909-AA99-09A70BD336E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25F4D07-FCBA-4C6C-A597-3CDCDB9B7A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chemeClr val="dk1"/>
                </a:solidFill>
                <a:latin typeface="Calibri"/>
                <a:ea typeface="Noto Sans CJK SC"/>
              </a:rPr>
              <a:t>Grid Flexibility Optimization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56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Nuclear Plants and Data Centers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EECE 6370 – Report02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Roberto Avila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Overview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Purpose of study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Nuclear-data center interaction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Grid flexibility motivation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Nuclear Power Plants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Baseload generation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Limited ramping capability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Typical output: 70–80 GW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Modern Grid Flexibility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Daily demand swing ~91,123 MWh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Need for dynamic balancing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Increasing variable loads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Data Centers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Growing AI-driven demand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Large flexible load potential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Nuclear + Data Centers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Nuclear = stable but inflexible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Data centers = highly variable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Mismatch challenges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Flexibility Strategies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Load shifting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Virtual energy storage (UPS, cooling)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Delay-tolerant workloads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Optimization Model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800600" cy="297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Flexible load band ±α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Ramp constraints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Energy neutrality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Objectives: balance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0" y="1187640"/>
            <a:ext cx="9144000" cy="444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Results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0" y="1143000"/>
            <a:ext cx="6171840" cy="251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RMSE: None = 7194.1 MWh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Greedy = 6455.8 MWh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MPC = 5713.5 MWh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Data centers reduce mismatch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0" y="3657600"/>
            <a:ext cx="6577920" cy="320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456840" y="1725480"/>
            <a:ext cx="8228880" cy="427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Conclusion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Data centers as flexible grid assets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Nuclear as stable baseload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Flexibility improves grid stability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Azazel</cp:lastModifiedBy>
  <dcterms:modified xsi:type="dcterms:W3CDTF">2025-11-17T08:43:54Z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